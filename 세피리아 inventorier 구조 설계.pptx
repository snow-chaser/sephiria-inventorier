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69" autoAdjust="0"/>
    <p:restoredTop sz="94660"/>
  </p:normalViewPr>
  <p:slideViewPr>
    <p:cSldViewPr snapToGrid="0">
      <p:cViewPr varScale="1">
        <p:scale>
          <a:sx n="64" d="100"/>
          <a:sy n="64" d="100"/>
        </p:scale>
        <p:origin x="90" y="1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DDAF6E-361A-40C7-E9CF-E684212B3C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31EAF40-B0C5-43D6-36CC-B1E2529E83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E954C8-AC33-939D-2F4A-BBC89D920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A98E9-B084-4CD1-AF2A-F61CA9E091AA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72D2FD-E636-65B2-8F6F-80020A83E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7DE479-B453-6F4B-A823-45E871DA9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DE552-08AC-428B-B5F5-6B75054DFE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9492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6DAF94-765F-8AD8-2171-B0184795E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BD3042-E794-CD59-E0BF-5E9D874083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9DA94E-06D9-0BB9-8B9C-E36923DB0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A98E9-B084-4CD1-AF2A-F61CA9E091AA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725747-6FF3-9D39-F04C-7A7DB53CB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626D29-CC47-005E-2269-5BE612315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DE552-08AC-428B-B5F5-6B75054DFE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6971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1FA6FE-50A1-8972-B18F-7D83DBB90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CAB68B-0AE6-691E-01B4-0AC572FE64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4953FB-B18B-8444-04A3-B3787E2F1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A98E9-B084-4CD1-AF2A-F61CA9E091AA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865C16-EB08-813C-E8D0-DA5D330AC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151FD7-7667-5132-1EAA-00386B497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DE552-08AC-428B-B5F5-6B75054DFE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8616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3636BC-FFE5-F736-747E-5BA45F23D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BE239A-12C5-79ED-F96A-3B8596EA5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E74104-B97A-523C-5846-DD9D7D90BA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FC50B5-6117-B0D6-4015-471DCF570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A98E9-B084-4CD1-AF2A-F61CA9E091AA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D48B05-1C5F-52E9-1E6D-CE71D088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8871D9-D426-298B-4A17-8C50ADF2B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DE552-08AC-428B-B5F5-6B75054DFE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4999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BA791-06EE-AD1B-716C-EC6F6CC6C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BE4203-FB3C-4913-F4CC-C072C1E54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C5FC6A8-941D-7719-448E-7C959F8FC0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D475FDD-160A-F81D-11FA-9592C3D08D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FEC1656-2ABC-A479-CB61-B9F8DF846C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96C6395-7D8F-80D7-BA61-21C44C024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A98E9-B084-4CD1-AF2A-F61CA9E091AA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5F92B50-69C5-1C72-497C-87A79C7E2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9703AB6-FA5B-2D63-3045-8BBB7673C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DE552-08AC-428B-B5F5-6B75054DFE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6320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E048B0-C6BF-0AB2-8CD6-763DB1A56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24BC6F2-21B6-521E-A193-7FD198556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A98E9-B084-4CD1-AF2A-F61CA9E091AA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50C27BA-FA36-2942-64BA-D2AE4839B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0E2339B-4F98-2D6C-33B8-AC447A50B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DE552-08AC-428B-B5F5-6B75054DFE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7933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DA03447-3C7D-F665-0AFC-EC6C9E8EC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A98E9-B084-4CD1-AF2A-F61CA9E091AA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F28C20F-3EC8-9362-F4EE-8310421F8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B403F7-A0C2-8895-2BF0-7C26C80C5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DE552-08AC-428B-B5F5-6B75054DFE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8326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6E92BB-0EA9-3946-263F-8B3D46E59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CB8636-97F9-0FF1-696C-773BEE7EB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FFAFCA4-D6EB-5194-E524-6F0EA43DE7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948405-4F23-62DF-3AC1-1107864B9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A98E9-B084-4CD1-AF2A-F61CA9E091AA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5E19166-A65B-35A0-89E2-0D24AE4CF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8FDEFDD-668B-2FB5-E576-C97BA9693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DE552-08AC-428B-B5F5-6B75054DFE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1614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2A9A35-AEB0-58DF-05FF-CFBF6051F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1934B95-16A4-B715-74E8-4EB8D75214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C199B4-94DB-C3F9-1372-11A5AB216B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F05BCE-B7F4-B462-BDFB-03CC1DD5D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A98E9-B084-4CD1-AF2A-F61CA9E091AA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3A96D0-CF83-0D95-C262-B5201DC7A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F23D91-20DA-D059-D143-8A19C684D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DE552-08AC-428B-B5F5-6B75054DFE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7593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F4D7D2-2561-1962-6828-1176F25DD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BE29757-A3D9-C4D8-C0BF-20447AF5A3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7C38CB-E63A-61B9-5146-14A2F40E5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A98E9-B084-4CD1-AF2A-F61CA9E091AA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11A444-27AC-2A14-B9C5-0A9D42968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9FA9DD-31E2-2030-8E65-2EC8EE23B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DE552-08AC-428B-B5F5-6B75054DFE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0696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C55F168-6AFC-6245-F1B5-E9CF621918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E8A4E0E-E9B6-7056-FCE9-4B963AF4F0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386E5B-EA83-8542-9AAE-0A21C6B45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A98E9-B084-4CD1-AF2A-F61CA9E091AA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C31453-4009-7F54-8F2D-E324AC410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C96E53-9CE4-3F94-FA53-E38615DB4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DE552-08AC-428B-B5F5-6B75054DFE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1267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1D4EF79-F7F9-B14A-A5C1-10220A0AE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6F309F-2EEF-D52F-BC20-70F5768EE0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5DF5FA-FCDA-DC59-B1D4-CB8E0D3A52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2A98E9-B084-4CD1-AF2A-F61CA9E091AA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FA587A-4070-9B22-1501-00E338FF43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917ABF-F21F-F2BE-8FB1-D323E8435F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8DE552-08AC-428B-B5F5-6B75054DFE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2637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556D63D-98C7-D0EB-3325-C973C116D260}"/>
              </a:ext>
            </a:extLst>
          </p:cNvPr>
          <p:cNvSpPr/>
          <p:nvPr/>
        </p:nvSpPr>
        <p:spPr>
          <a:xfrm>
            <a:off x="5179280" y="180596"/>
            <a:ext cx="1833440" cy="9950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class Item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5BC19B1-9F90-9E39-7817-DAEC96AC2A55}"/>
              </a:ext>
            </a:extLst>
          </p:cNvPr>
          <p:cNvSpPr/>
          <p:nvPr/>
        </p:nvSpPr>
        <p:spPr>
          <a:xfrm>
            <a:off x="6420254" y="1502230"/>
            <a:ext cx="1833440" cy="9950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class Artifact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69C8ADA-0064-E29E-BD9E-BC3E0BBB4169}"/>
              </a:ext>
            </a:extLst>
          </p:cNvPr>
          <p:cNvSpPr/>
          <p:nvPr/>
        </p:nvSpPr>
        <p:spPr>
          <a:xfrm>
            <a:off x="3938308" y="1502230"/>
            <a:ext cx="1833440" cy="9950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class Tablet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F4A3205-99D3-FB54-B77D-BBE63726795F}"/>
              </a:ext>
            </a:extLst>
          </p:cNvPr>
          <p:cNvSpPr/>
          <p:nvPr/>
        </p:nvSpPr>
        <p:spPr>
          <a:xfrm>
            <a:off x="3938307" y="2931469"/>
            <a:ext cx="1833440" cy="9950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list tablets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C041913-876F-E76B-3EE1-AA69D6E40DA6}"/>
              </a:ext>
            </a:extLst>
          </p:cNvPr>
          <p:cNvSpPr/>
          <p:nvPr/>
        </p:nvSpPr>
        <p:spPr>
          <a:xfrm>
            <a:off x="6420254" y="2931469"/>
            <a:ext cx="1833440" cy="9950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list artifacts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BD872F-9327-267D-A3C7-8FC27EC2ADE2}"/>
              </a:ext>
            </a:extLst>
          </p:cNvPr>
          <p:cNvSpPr txBox="1"/>
          <p:nvPr/>
        </p:nvSpPr>
        <p:spPr>
          <a:xfrm>
            <a:off x="8253694" y="1699816"/>
            <a:ext cx="20938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name, </a:t>
            </a:r>
            <a:r>
              <a:rPr lang="en-US" altLang="ko-KR" err="1"/>
              <a:t>max_level</a:t>
            </a:r>
            <a:r>
              <a:rPr lang="en-US" altLang="ko-KR"/>
              <a:t>,</a:t>
            </a:r>
          </a:p>
          <a:p>
            <a:r>
              <a:rPr lang="en-US" altLang="ko-KR"/>
              <a:t>current</a:t>
            </a:r>
            <a:r>
              <a:rPr lang="en-US" altLang="ko-KR" err="1"/>
              <a:t>_</a:t>
            </a:r>
            <a:r>
              <a:rPr lang="en-US" altLang="ko-KR"/>
              <a:t>enchant,</a:t>
            </a:r>
          </a:p>
          <a:p>
            <a:r>
              <a:rPr lang="en-US" altLang="ko-KR"/>
              <a:t>constraint, priority</a:t>
            </a:r>
          </a:p>
          <a:p>
            <a:endParaRPr lang="en-US" altLang="ko-K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67256D-63D9-F89A-765D-494CB81943BF}"/>
              </a:ext>
            </a:extLst>
          </p:cNvPr>
          <p:cNvSpPr txBox="1"/>
          <p:nvPr/>
        </p:nvSpPr>
        <p:spPr>
          <a:xfrm>
            <a:off x="1766223" y="1820030"/>
            <a:ext cx="20136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name, directions,,</a:t>
            </a:r>
          </a:p>
          <a:p>
            <a:r>
              <a:rPr lang="en-US" altLang="ko-KR"/>
              <a:t>turnable, tier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D90EDBB7-4FD8-7244-C0EE-DB5A870AD26A}"/>
              </a:ext>
            </a:extLst>
          </p:cNvPr>
          <p:cNvCxnSpPr>
            <a:stCxn id="4" idx="2"/>
            <a:endCxn id="6" idx="0"/>
          </p:cNvCxnSpPr>
          <p:nvPr/>
        </p:nvCxnSpPr>
        <p:spPr>
          <a:xfrm flipH="1">
            <a:off x="4855028" y="1175658"/>
            <a:ext cx="1240972" cy="326572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5EEBA371-0541-930C-DDAC-7A9B5D3215D1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6096000" y="1175658"/>
            <a:ext cx="1240974" cy="326572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76F949E-5C44-2DCD-8739-555C578B4F30}"/>
              </a:ext>
            </a:extLst>
          </p:cNvPr>
          <p:cNvSpPr txBox="1"/>
          <p:nvPr/>
        </p:nvSpPr>
        <p:spPr>
          <a:xfrm>
            <a:off x="4530774" y="1068053"/>
            <a:ext cx="655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상속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EE378F-226B-DB80-F497-A9ABDD5540B1}"/>
              </a:ext>
            </a:extLst>
          </p:cNvPr>
          <p:cNvSpPr txBox="1"/>
          <p:nvPr/>
        </p:nvSpPr>
        <p:spPr>
          <a:xfrm>
            <a:off x="7143244" y="1068053"/>
            <a:ext cx="655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상속</a:t>
            </a:r>
          </a:p>
        </p:txBody>
      </p:sp>
    </p:spTree>
    <p:extLst>
      <p:ext uri="{BB962C8B-B14F-4D97-AF65-F5344CB8AC3E}">
        <p14:creationId xmlns:p14="http://schemas.microsoft.com/office/powerpoint/2010/main" val="3208065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450333-2B83-0948-FDA2-BF922957C19A}"/>
              </a:ext>
            </a:extLst>
          </p:cNvPr>
          <p:cNvSpPr txBox="1"/>
          <p:nvPr/>
        </p:nvSpPr>
        <p:spPr>
          <a:xfrm>
            <a:off x="1219200" y="342900"/>
            <a:ext cx="2931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※tkinter </a:t>
            </a:r>
            <a:r>
              <a:rPr lang="ko-KR" altLang="en-US"/>
              <a:t>라이브러리 사용</a:t>
            </a:r>
            <a:r>
              <a:rPr lang="en-US" altLang="ko-KR"/>
              <a:t>!</a:t>
            </a:r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2FDE851-1EEE-AFD2-46F1-59FB87494B66}"/>
              </a:ext>
            </a:extLst>
          </p:cNvPr>
          <p:cNvSpPr/>
          <p:nvPr/>
        </p:nvSpPr>
        <p:spPr>
          <a:xfrm>
            <a:off x="1386610" y="902732"/>
            <a:ext cx="2861540" cy="96416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r>
              <a:rPr lang="ko-KR" altLang="en-US">
                <a:solidFill>
                  <a:schemeClr val="tx1"/>
                </a:solidFill>
              </a:rPr>
              <a:t>사용자에게 현재 </a:t>
            </a:r>
            <a:endParaRPr lang="en-US" altLang="ko-KR">
              <a:solidFill>
                <a:schemeClr val="tx1"/>
              </a:solidFill>
            </a:endParaRPr>
          </a:p>
          <a:p>
            <a:pPr algn="ctr"/>
            <a:r>
              <a:rPr lang="ko-KR" altLang="en-US">
                <a:solidFill>
                  <a:schemeClr val="tx1"/>
                </a:solidFill>
              </a:rPr>
              <a:t>인벤토리 상태 입력받기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D8A94C-422C-8865-3BD4-D5768D649E5D}"/>
              </a:ext>
            </a:extLst>
          </p:cNvPr>
          <p:cNvSpPr txBox="1"/>
          <p:nvPr/>
        </p:nvSpPr>
        <p:spPr>
          <a:xfrm>
            <a:off x="1386610" y="2171699"/>
            <a:ext cx="43096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1-1. </a:t>
            </a:r>
            <a:r>
              <a:rPr lang="ko-KR" altLang="en-US"/>
              <a:t>인벤토리 칸 수 입력받기</a:t>
            </a:r>
            <a:endParaRPr lang="en-US" altLang="ko-KR"/>
          </a:p>
          <a:p>
            <a:r>
              <a:rPr lang="en-US" altLang="ko-KR"/>
              <a:t>1-2. </a:t>
            </a:r>
            <a:r>
              <a:rPr lang="ko-KR" altLang="en-US"/>
              <a:t>석판 입력받기</a:t>
            </a:r>
            <a:endParaRPr lang="en-US" altLang="ko-KR"/>
          </a:p>
          <a:p>
            <a:r>
              <a:rPr lang="en-US" altLang="ko-KR"/>
              <a:t>1-3. </a:t>
            </a:r>
            <a:r>
              <a:rPr lang="ko-KR" altLang="en-US"/>
              <a:t>아티팩트 입력받기</a:t>
            </a:r>
            <a:endParaRPr lang="en-US" altLang="ko-KR"/>
          </a:p>
          <a:p>
            <a:r>
              <a:rPr lang="en-US" altLang="ko-KR"/>
              <a:t>1-4. </a:t>
            </a:r>
            <a:r>
              <a:rPr lang="ko-KR" altLang="en-US"/>
              <a:t>아티팩트의 인챈트 입력받기</a:t>
            </a:r>
            <a:endParaRPr lang="en-US" altLang="ko-KR"/>
          </a:p>
          <a:p>
            <a:r>
              <a:rPr lang="en-US" altLang="ko-KR"/>
              <a:t>1-5. </a:t>
            </a:r>
            <a:r>
              <a:rPr lang="ko-KR" altLang="en-US"/>
              <a:t>필수 강화 아티팩트 입력받기</a:t>
            </a:r>
            <a:endParaRPr lang="en-US" altLang="ko-KR"/>
          </a:p>
          <a:p>
            <a:r>
              <a:rPr lang="en-US" altLang="ko-KR"/>
              <a:t>(</a:t>
            </a:r>
            <a:r>
              <a:rPr lang="ko-KR" altLang="en-US"/>
              <a:t>석판의 총 강화횟수에 따른 </a:t>
            </a:r>
            <a:r>
              <a:rPr lang="en-US" altLang="ko-KR"/>
              <a:t>MAX </a:t>
            </a:r>
            <a:r>
              <a:rPr lang="ko-KR" altLang="en-US"/>
              <a:t>설정</a:t>
            </a:r>
            <a:r>
              <a:rPr lang="en-US" altLang="ko-KR"/>
              <a:t>)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6E8F81E9-FD59-34F3-B824-D3131CF0E6F7}"/>
              </a:ext>
            </a:extLst>
          </p:cNvPr>
          <p:cNvSpPr/>
          <p:nvPr/>
        </p:nvSpPr>
        <p:spPr>
          <a:xfrm>
            <a:off x="6335862" y="925842"/>
            <a:ext cx="2988020" cy="9410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2. </a:t>
            </a:r>
            <a:r>
              <a:rPr lang="ko-KR" altLang="en-US">
                <a:solidFill>
                  <a:schemeClr val="tx1"/>
                </a:solidFill>
              </a:rPr>
              <a:t>아티팩트 배치 알고리즘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22E9A5A1-6755-EA3D-BC5C-6E9C3698C945}"/>
              </a:ext>
            </a:extLst>
          </p:cNvPr>
          <p:cNvSpPr/>
          <p:nvPr/>
        </p:nvSpPr>
        <p:spPr>
          <a:xfrm>
            <a:off x="1219200" y="4763599"/>
            <a:ext cx="3170400" cy="9410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3. </a:t>
            </a:r>
            <a:r>
              <a:rPr lang="ko-KR" altLang="en-US">
                <a:solidFill>
                  <a:schemeClr val="tx1"/>
                </a:solidFill>
              </a:rPr>
              <a:t>아티팩트 배치 결과 출력</a:t>
            </a:r>
          </a:p>
        </p:txBody>
      </p:sp>
    </p:spTree>
    <p:extLst>
      <p:ext uri="{BB962C8B-B14F-4D97-AF65-F5344CB8AC3E}">
        <p14:creationId xmlns:p14="http://schemas.microsoft.com/office/powerpoint/2010/main" val="3907786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86</Words>
  <Application>Microsoft Office PowerPoint</Application>
  <PresentationFormat>와이드스크린</PresentationFormat>
  <Paragraphs>23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신동우[ 학부휴학 / 보건정책관리학부 ]</dc:creator>
  <cp:lastModifiedBy>신동우[ 학부휴학 / 보건정책관리학부 ]</cp:lastModifiedBy>
  <cp:revision>7</cp:revision>
  <dcterms:created xsi:type="dcterms:W3CDTF">2025-12-06T10:21:59Z</dcterms:created>
  <dcterms:modified xsi:type="dcterms:W3CDTF">2025-12-07T22:15:05Z</dcterms:modified>
</cp:coreProperties>
</file>